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_rels/presentation.xml.rels" ContentType="application/vnd.openxmlformats-package.relationships+xml"/>
  <Override PartName="/ppt/media/image1.wmf" ContentType="image/x-wmf"/>
  <Override PartName="/ppt/media/image2.png" ContentType="image/png"/>
  <Override PartName="/ppt/media/image3.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Layouts/_rels/slideLayout1.xml.rels" ContentType="application/vnd.openxmlformats-package.relationships+xml"/>
  <Override PartName="/ppt/slideLayouts/slideLayout1.xml" ContentType="application/vnd.openxmlformats-officedocument.presentationml.slideLayout+xml"/>
  <Override PartName="/ppt/slides/_rels/slide1.xml.rels" ContentType="application/vnd.openxmlformats-package.relationships+xml"/>
  <Override PartName="/ppt/slides/slide1.xml" ContentType="application/vnd.openxmlformats-officedocument.presentationml.slide+xml"/>
  <Override PartName="/ppt/notesSlides/_rels/notesSlide1.xml.rels" ContentType="application/vnd.openxmlformats-package.relationships+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Lst>
  <p:sldSz cx="30279975" cy="42808525"/>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nSpc>
                <a:spcPts val="16583"/>
              </a:lnSpc>
            </a:pPr>
            <a:r>
              <a:rPr b="0" lang="sv-SE" sz="16600" strike="noStrike" u="none">
                <a:solidFill>
                  <a:srgbClr val="000000"/>
                </a:solidFill>
                <a:effectLst/>
                <a:uFillTx/>
                <a:latin typeface="Jost* Medium"/>
              </a:rPr>
              <a:t>Click to move the slide</a:t>
            </a:r>
            <a:endParaRPr b="0" lang="sv-SE" sz="16600" strike="noStrike" u="none">
              <a:solidFill>
                <a:srgbClr val="000000"/>
              </a:solidFill>
              <a:effectLst/>
              <a:uFillTx/>
              <a:latin typeface="Jost* Medium"/>
            </a:endParaRPr>
          </a:p>
        </p:txBody>
      </p:sp>
      <p:sp>
        <p:nvSpPr>
          <p:cNvPr id="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sv-SE" sz="2000" strike="noStrike" u="none">
                <a:solidFill>
                  <a:srgbClr val="000000"/>
                </a:solidFill>
                <a:effectLst/>
                <a:uFillTx/>
                <a:latin typeface="Arial"/>
              </a:rPr>
              <a:t>Click to edit the notes format</a:t>
            </a:r>
            <a:endParaRPr b="0" lang="sv-SE" sz="2000" strike="noStrike" u="none">
              <a:solidFill>
                <a:srgbClr val="000000"/>
              </a:solidFill>
              <a:effectLst/>
              <a:uFillTx/>
              <a:latin typeface="Arial"/>
            </a:endParaRPr>
          </a:p>
        </p:txBody>
      </p:sp>
      <p:sp>
        <p:nvSpPr>
          <p:cNvPr id="10"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sv-SE" sz="1400" strike="noStrike" u="none">
                <a:solidFill>
                  <a:srgbClr val="000000"/>
                </a:solidFill>
                <a:effectLst/>
                <a:uFillTx/>
                <a:latin typeface="Times New Roman"/>
              </a:rPr>
              <a:t>&lt;header&gt;</a:t>
            </a:r>
            <a:endParaRPr b="0" lang="sv-SE" sz="1400" strike="noStrike" u="none">
              <a:solidFill>
                <a:srgbClr val="000000"/>
              </a:solidFill>
              <a:effectLst/>
              <a:uFillTx/>
              <a:latin typeface="Times New Roman"/>
            </a:endParaRPr>
          </a:p>
        </p:txBody>
      </p:sp>
      <p:sp>
        <p:nvSpPr>
          <p:cNvPr id="11"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sv-SE" sz="1400" strike="noStrike" u="none">
                <a:solidFill>
                  <a:srgbClr val="000000"/>
                </a:solidFill>
                <a:effectLst/>
                <a:uFillTx/>
                <a:latin typeface="Times New Roman"/>
              </a:defRPr>
            </a:lvl1pPr>
          </a:lstStyle>
          <a:p>
            <a:pPr indent="0" algn="r">
              <a:buNone/>
            </a:pPr>
            <a:r>
              <a:rPr b="0" lang="sv-SE" sz="1400" strike="noStrike" u="none">
                <a:solidFill>
                  <a:srgbClr val="000000"/>
                </a:solidFill>
                <a:effectLst/>
                <a:uFillTx/>
                <a:latin typeface="Times New Roman"/>
              </a:rPr>
              <a:t>&lt;date/time&gt;</a:t>
            </a:r>
            <a:endParaRPr b="0" lang="sv-SE" sz="1400" strike="noStrike" u="none">
              <a:solidFill>
                <a:srgbClr val="000000"/>
              </a:solidFill>
              <a:effectLst/>
              <a:uFillTx/>
              <a:latin typeface="Times New Roman"/>
            </a:endParaRPr>
          </a:p>
        </p:txBody>
      </p:sp>
      <p:sp>
        <p:nvSpPr>
          <p:cNvPr id="12"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sv-SE" sz="1400" strike="noStrike" u="none">
                <a:solidFill>
                  <a:srgbClr val="000000"/>
                </a:solidFill>
                <a:effectLst/>
                <a:uFillTx/>
                <a:latin typeface="Times New Roman"/>
              </a:defRPr>
            </a:lvl1pPr>
          </a:lstStyle>
          <a:p>
            <a:pPr indent="0">
              <a:buNone/>
            </a:pPr>
            <a:r>
              <a:rPr b="0" lang="sv-SE" sz="1400" strike="noStrike" u="none">
                <a:solidFill>
                  <a:srgbClr val="000000"/>
                </a:solidFill>
                <a:effectLst/>
                <a:uFillTx/>
                <a:latin typeface="Times New Roman"/>
              </a:rPr>
              <a:t>&lt;footer&gt;</a:t>
            </a:r>
            <a:endParaRPr b="0" lang="sv-SE" sz="1400" strike="noStrike" u="none">
              <a:solidFill>
                <a:srgbClr val="000000"/>
              </a:solidFill>
              <a:effectLst/>
              <a:uFillTx/>
              <a:latin typeface="Times New Roman"/>
            </a:endParaRPr>
          </a:p>
        </p:txBody>
      </p:sp>
      <p:sp>
        <p:nvSpPr>
          <p:cNvPr id="13"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sv-SE" sz="1400" strike="noStrike" u="none">
                <a:solidFill>
                  <a:srgbClr val="000000"/>
                </a:solidFill>
                <a:effectLst/>
                <a:uFillTx/>
                <a:latin typeface="Times New Roman"/>
              </a:defRPr>
            </a:lvl1pPr>
          </a:lstStyle>
          <a:p>
            <a:pPr indent="0" algn="r">
              <a:buNone/>
            </a:pPr>
            <a:fld id="{1379E7E4-3D49-40F1-821A-E6B357D43F64}" type="slidenum">
              <a:rPr b="0" lang="sv-SE" sz="1400" strike="noStrike" u="none">
                <a:solidFill>
                  <a:srgbClr val="000000"/>
                </a:solidFill>
                <a:effectLst/>
                <a:uFillTx/>
                <a:latin typeface="Times New Roman"/>
              </a:rPr>
              <a:t>&lt;number&gt;</a:t>
            </a:fld>
            <a:endParaRPr b="0" lang="sv-SE"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 name="PlaceHolder 1"/>
          <p:cNvSpPr>
            <a:spLocks noGrp="1"/>
          </p:cNvSpPr>
          <p:nvPr>
            <p:ph type="sldImg"/>
          </p:nvPr>
        </p:nvSpPr>
        <p:spPr>
          <a:xfrm>
            <a:off x="2216160" y="685800"/>
            <a:ext cx="2425320" cy="3428640"/>
          </a:xfrm>
          <a:prstGeom prst="rect">
            <a:avLst/>
          </a:prstGeom>
          <a:ln w="0">
            <a:noFill/>
          </a:ln>
        </p:spPr>
      </p:sp>
      <p:sp>
        <p:nvSpPr>
          <p:cNvPr id="25"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marL="216000" indent="-216000">
              <a:buNone/>
            </a:pPr>
            <a:endParaRPr b="0" lang="sv-SE" sz="1800" strike="noStrike" u="none">
              <a:solidFill>
                <a:srgbClr val="000000"/>
              </a:solidFill>
              <a:effectLst/>
              <a:uFillTx/>
              <a:latin typeface="Arial"/>
            </a:endParaRPr>
          </a:p>
        </p:txBody>
      </p:sp>
      <p:sp>
        <p:nvSpPr>
          <p:cNvPr id="26" name="PlaceHolder 3"/>
          <p:cNvSpPr>
            <a:spLocks noGrp="1"/>
          </p:cNvSpPr>
          <p:nvPr>
            <p:ph type="sldNum" idx="4"/>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sv-SE" sz="1200" strike="noStrike" u="none">
                <a:solidFill>
                  <a:srgbClr val="000000"/>
                </a:solidFill>
                <a:effectLst/>
                <a:uFillTx/>
                <a:latin typeface="Arial"/>
                <a:ea typeface="ヒラギノ角ゴ Pro W3"/>
              </a:defRPr>
            </a:lvl1pPr>
          </a:lstStyle>
          <a:p>
            <a:pPr indent="0" algn="r">
              <a:lnSpc>
                <a:spcPct val="100000"/>
              </a:lnSpc>
              <a:buNone/>
            </a:pPr>
            <a:fld id="{22AFEB99-CE16-4ED5-9594-4B7B504D5F56}" type="slidenum">
              <a:rPr b="0" lang="sv-SE" sz="1200" strike="noStrike" u="none">
                <a:solidFill>
                  <a:srgbClr val="000000"/>
                </a:solidFill>
                <a:effectLst/>
                <a:uFillTx/>
                <a:latin typeface="Arial"/>
                <a:ea typeface="ヒラギノ角ゴ Pro W3"/>
              </a:rPr>
              <a:t>&lt;number&gt;</a:t>
            </a:fld>
            <a:endParaRPr b="0" lang="sv-SE"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vå innehållsdelar">
    <p:spTree>
      <p:nvGrpSpPr>
        <p:cNvPr id="1" name=""/>
        <p:cNvGrpSpPr/>
        <p:nvPr/>
      </p:nvGrpSpPr>
      <p:grpSpPr>
        <a:xfrm>
          <a:off x="0" y="0"/>
          <a:ext cx="0" cy="0"/>
          <a:chOff x="0" y="0"/>
          <a:chExt cx="0" cy="0"/>
        </a:xfrm>
      </p:grpSpPr>
      <p:sp>
        <p:nvSpPr>
          <p:cNvPr id="5" name="PlaceHolder 1"/>
          <p:cNvSpPr>
            <a:spLocks noGrp="1"/>
          </p:cNvSpPr>
          <p:nvPr>
            <p:ph type="title"/>
          </p:nvPr>
        </p:nvSpPr>
        <p:spPr>
          <a:xfrm>
            <a:off x="1984320" y="2022480"/>
            <a:ext cx="26323560" cy="6795720"/>
          </a:xfrm>
          <a:prstGeom prst="rect">
            <a:avLst/>
          </a:prstGeom>
          <a:noFill/>
          <a:ln w="0">
            <a:noFill/>
          </a:ln>
        </p:spPr>
        <p:txBody>
          <a:bodyPr lIns="0" rIns="0" tIns="0" bIns="0" anchor="ctr">
            <a:spAutoFit/>
          </a:bodyPr>
          <a:p>
            <a:pPr indent="0">
              <a:lnSpc>
                <a:spcPts val="16583"/>
              </a:lnSpc>
              <a:buNone/>
            </a:pPr>
            <a:endParaRPr b="0" lang="sv-SE" sz="16600" strike="noStrike" u="none">
              <a:solidFill>
                <a:srgbClr val="000000"/>
              </a:solidFill>
              <a:effectLst/>
              <a:uFillTx/>
              <a:latin typeface="Jost* Medium"/>
            </a:endParaRPr>
          </a:p>
        </p:txBody>
      </p:sp>
      <p:sp>
        <p:nvSpPr>
          <p:cNvPr id="6" name="PlaceHolder 2"/>
          <p:cNvSpPr>
            <a:spLocks noGrp="1"/>
          </p:cNvSpPr>
          <p:nvPr>
            <p:ph/>
          </p:nvPr>
        </p:nvSpPr>
        <p:spPr>
          <a:xfrm>
            <a:off x="2592360" y="8818560"/>
            <a:ext cx="6155640" cy="30017520"/>
          </a:xfrm>
          <a:prstGeom prst="rect">
            <a:avLst/>
          </a:prstGeom>
          <a:noFill/>
          <a:ln w="0">
            <a:noFill/>
          </a:ln>
        </p:spPr>
        <p:txBody>
          <a:bodyPr lIns="0" rIns="0" tIns="0" bIns="0" anchor="t">
            <a:normAutofit/>
          </a:bodyPr>
          <a:p>
            <a:pPr indent="0">
              <a:spcBef>
                <a:spcPts val="1414"/>
              </a:spcBef>
              <a:buNone/>
            </a:pPr>
            <a:endParaRPr b="0" lang="sv-SE" sz="5000" strike="noStrike" u="none">
              <a:solidFill>
                <a:srgbClr val="000000"/>
              </a:solidFill>
              <a:effectLst/>
              <a:uFillTx/>
              <a:latin typeface="Jost* Medium"/>
            </a:endParaRPr>
          </a:p>
        </p:txBody>
      </p:sp>
      <p:sp>
        <p:nvSpPr>
          <p:cNvPr id="7" name="PlaceHolder 3"/>
          <p:cNvSpPr>
            <a:spLocks noGrp="1"/>
          </p:cNvSpPr>
          <p:nvPr>
            <p:ph/>
          </p:nvPr>
        </p:nvSpPr>
        <p:spPr>
          <a:xfrm>
            <a:off x="9056160" y="8818560"/>
            <a:ext cx="6155640" cy="30017520"/>
          </a:xfrm>
          <a:prstGeom prst="rect">
            <a:avLst/>
          </a:prstGeom>
          <a:noFill/>
          <a:ln w="0">
            <a:noFill/>
          </a:ln>
        </p:spPr>
        <p:txBody>
          <a:bodyPr lIns="0" rIns="0" tIns="0" bIns="0" anchor="t">
            <a:normAutofit/>
          </a:bodyPr>
          <a:p>
            <a:pPr indent="0">
              <a:spcBef>
                <a:spcPts val="1414"/>
              </a:spcBef>
              <a:buNone/>
            </a:pPr>
            <a:endParaRPr b="0" lang="sv-SE" sz="5000" strike="noStrike" u="none">
              <a:solidFill>
                <a:srgbClr val="000000"/>
              </a:solidFill>
              <a:effectLst/>
              <a:uFillTx/>
              <a:latin typeface="Jost* Medium"/>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wmf"/><Relationship Id="rId3" Type="http://schemas.openxmlformats.org/officeDocument/2006/relationships/image" Target="../media/image2.png"/><Relationship Id="rId4"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0" name="Bildobjekt 6" descr="LO_GU_cen2rNEG.eps"/>
          <p:cNvPicPr/>
          <p:nvPr/>
        </p:nvPicPr>
        <p:blipFill>
          <a:blip r:embed="rId2"/>
          <a:stretch/>
        </p:blipFill>
        <p:spPr>
          <a:xfrm>
            <a:off x="25077600" y="919080"/>
            <a:ext cx="3095280" cy="2482560"/>
          </a:xfrm>
          <a:prstGeom prst="rect">
            <a:avLst/>
          </a:prstGeom>
          <a:noFill/>
          <a:ln w="0">
            <a:noFill/>
          </a:ln>
        </p:spPr>
      </p:pic>
      <p:sp>
        <p:nvSpPr>
          <p:cNvPr id="1" name="PlaceHolder 1"/>
          <p:cNvSpPr>
            <a:spLocks noGrp="1"/>
          </p:cNvSpPr>
          <p:nvPr>
            <p:ph type="title"/>
          </p:nvPr>
        </p:nvSpPr>
        <p:spPr>
          <a:xfrm>
            <a:off x="1984320" y="2022480"/>
            <a:ext cx="26323560" cy="6795720"/>
          </a:xfrm>
          <a:prstGeom prst="rect">
            <a:avLst/>
          </a:prstGeom>
          <a:noFill/>
          <a:ln w="0">
            <a:noFill/>
          </a:ln>
        </p:spPr>
        <p:txBody>
          <a:bodyPr numCol="1" spcCol="0" lIns="0" rIns="0" tIns="0" bIns="0" anchor="ctr">
            <a:noAutofit/>
          </a:bodyPr>
          <a:p>
            <a:pPr indent="0" algn="ctr">
              <a:lnSpc>
                <a:spcPct val="100000"/>
              </a:lnSpc>
              <a:buNone/>
            </a:pPr>
            <a:r>
              <a:rPr b="0" lang="sv-SE" sz="16600" strike="noStrike" u="none">
                <a:solidFill>
                  <a:srgbClr val="000000"/>
                </a:solidFill>
                <a:effectLst/>
                <a:uFillTx/>
                <a:latin typeface="Jost* Medium"/>
              </a:rPr>
              <a:t>Klicka här för att ändra mall för rubrikformat</a:t>
            </a:r>
            <a:endParaRPr b="0" lang="sv-SE" sz="16600" strike="noStrike" u="none">
              <a:solidFill>
                <a:srgbClr val="000000"/>
              </a:solidFill>
              <a:effectLst/>
              <a:uFillTx/>
              <a:latin typeface="Jost* Medium"/>
            </a:endParaRPr>
          </a:p>
        </p:txBody>
      </p:sp>
      <p:sp>
        <p:nvSpPr>
          <p:cNvPr id="2" name="PlaceHolder 2"/>
          <p:cNvSpPr>
            <a:spLocks noGrp="1"/>
          </p:cNvSpPr>
          <p:nvPr>
            <p:ph type="body"/>
          </p:nvPr>
        </p:nvSpPr>
        <p:spPr>
          <a:xfrm>
            <a:off x="2592360" y="8818560"/>
            <a:ext cx="12614040" cy="30017520"/>
          </a:xfrm>
          <a:prstGeom prst="rect">
            <a:avLst/>
          </a:prstGeom>
          <a:noFill/>
          <a:ln w="0">
            <a:noFill/>
          </a:ln>
        </p:spPr>
        <p:txBody>
          <a:bodyPr numCol="1" spcCol="0" lIns="372960" rIns="372960" tIns="372960" bIns="372960" anchor="t">
            <a:normAutofit/>
          </a:bodyPr>
          <a:p>
            <a:pPr marL="698400" indent="-698400">
              <a:lnSpc>
                <a:spcPct val="100000"/>
              </a:lnSpc>
              <a:spcBef>
                <a:spcPts val="561"/>
              </a:spcBef>
              <a:buClr>
                <a:srgbClr val="000000"/>
              </a:buClr>
              <a:buSzPct val="45000"/>
              <a:buFont typeface="Wingdings" charset="2"/>
              <a:buChar char=""/>
              <a:tabLst>
                <a:tab algn="l" pos="0"/>
              </a:tabLst>
            </a:pPr>
            <a:r>
              <a:rPr b="0" lang="sv-SE" sz="2800" strike="noStrike" u="none">
                <a:solidFill>
                  <a:srgbClr val="000000"/>
                </a:solidFill>
                <a:effectLst/>
                <a:uFillTx/>
                <a:latin typeface="Jost* Medium"/>
              </a:rPr>
              <a:t>Klicka här för att ändra format på bakgrundstexten</a:t>
            </a:r>
            <a:endParaRPr b="0" lang="sv-SE" sz="2800" strike="noStrike" u="none">
              <a:solidFill>
                <a:srgbClr val="000000"/>
              </a:solidFill>
              <a:effectLst/>
              <a:uFillTx/>
              <a:latin typeface="Jost* Medium"/>
            </a:endParaRPr>
          </a:p>
          <a:p>
            <a:pPr lvl="1" marL="864000" indent="-324000">
              <a:spcBef>
                <a:spcPts val="1134"/>
              </a:spcBef>
              <a:buClr>
                <a:srgbClr val="000000"/>
              </a:buClr>
              <a:buSzPct val="75000"/>
              <a:buFont typeface="Symbol" charset="2"/>
              <a:buChar char=""/>
              <a:tabLst>
                <a:tab algn="l" pos="0"/>
              </a:tabLst>
            </a:pPr>
            <a:r>
              <a:rPr b="0" lang="sv-SE" sz="3700" strike="noStrike" u="none">
                <a:solidFill>
                  <a:srgbClr val="000000"/>
                </a:solidFill>
                <a:effectLst/>
                <a:uFillTx/>
                <a:latin typeface="Arial"/>
              </a:rPr>
              <a:t>Nivå två</a:t>
            </a:r>
            <a:endParaRPr b="0" lang="sv-SE" sz="37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tabLst>
                <a:tab algn="l" pos="0"/>
              </a:tabLst>
            </a:pPr>
            <a:r>
              <a:rPr b="0" lang="sv-SE" sz="3700" strike="noStrike" u="none">
                <a:solidFill>
                  <a:srgbClr val="000000"/>
                </a:solidFill>
                <a:effectLst/>
                <a:uFillTx/>
                <a:latin typeface="Arial"/>
              </a:rPr>
              <a:t>Nivå tre</a:t>
            </a:r>
            <a:endParaRPr b="0" lang="sv-SE" sz="37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tabLst>
                <a:tab algn="l" pos="0"/>
              </a:tabLst>
            </a:pPr>
            <a:r>
              <a:rPr b="0" lang="sv-SE" sz="3700" strike="noStrike" u="none">
                <a:solidFill>
                  <a:srgbClr val="000000"/>
                </a:solidFill>
                <a:effectLst/>
                <a:uFillTx/>
                <a:latin typeface="Arial"/>
              </a:rPr>
              <a:t>Nivå fyra</a:t>
            </a:r>
            <a:endParaRPr b="0" lang="sv-SE" sz="37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tabLst>
                <a:tab algn="l" pos="0"/>
              </a:tabLst>
            </a:pPr>
            <a:r>
              <a:rPr b="0" lang="sv-SE" sz="2000" strike="noStrike" u="none">
                <a:solidFill>
                  <a:srgbClr val="000000"/>
                </a:solidFill>
                <a:effectLst/>
                <a:uFillTx/>
                <a:latin typeface="Arial"/>
              </a:rPr>
              <a:t>Nivå fem</a:t>
            </a:r>
            <a:endParaRPr b="0" lang="sv-SE" sz="2000" strike="noStrike" u="none">
              <a:solidFill>
                <a:srgbClr val="000000"/>
              </a:solidFill>
              <a:effectLst/>
              <a:uFillTx/>
              <a:latin typeface="Arial"/>
            </a:endParaRPr>
          </a:p>
        </p:txBody>
      </p:sp>
      <p:sp>
        <p:nvSpPr>
          <p:cNvPr id="3" name="PlaceHolder 3"/>
          <p:cNvSpPr>
            <a:spLocks noGrp="1"/>
          </p:cNvSpPr>
          <p:nvPr>
            <p:ph type="body"/>
          </p:nvPr>
        </p:nvSpPr>
        <p:spPr>
          <a:xfrm>
            <a:off x="15359040" y="8818560"/>
            <a:ext cx="12615480" cy="30017520"/>
          </a:xfrm>
          <a:prstGeom prst="rect">
            <a:avLst/>
          </a:prstGeom>
          <a:noFill/>
          <a:ln w="0">
            <a:noFill/>
          </a:ln>
        </p:spPr>
        <p:txBody>
          <a:bodyPr numCol="1" spcCol="0" lIns="372960" rIns="372960" tIns="372960" bIns="372960" anchor="t">
            <a:normAutofit/>
          </a:bodyPr>
          <a:p>
            <a:pPr marL="698400" indent="-698400">
              <a:lnSpc>
                <a:spcPct val="100000"/>
              </a:lnSpc>
              <a:spcBef>
                <a:spcPts val="561"/>
              </a:spcBef>
              <a:buNone/>
              <a:tabLst>
                <a:tab algn="l" pos="0"/>
              </a:tabLst>
            </a:pPr>
            <a:r>
              <a:rPr b="0" lang="sv-SE" sz="2800" strike="noStrike" u="none">
                <a:solidFill>
                  <a:srgbClr val="000000"/>
                </a:solidFill>
                <a:effectLst/>
                <a:uFillTx/>
                <a:latin typeface="Jost* Medium"/>
              </a:rPr>
              <a:t>Klicka här för att ändra format på bakgrundstexten</a:t>
            </a:r>
            <a:endParaRPr b="0" lang="sv-SE" sz="2800" strike="noStrike" u="none">
              <a:solidFill>
                <a:srgbClr val="000000"/>
              </a:solidFill>
              <a:effectLst/>
              <a:uFillTx/>
              <a:latin typeface="Jost* Medium"/>
            </a:endParaRPr>
          </a:p>
          <a:p>
            <a:pPr marL="2467080" indent="-473040">
              <a:lnSpc>
                <a:spcPct val="100000"/>
              </a:lnSpc>
              <a:spcBef>
                <a:spcPts val="479"/>
              </a:spcBef>
              <a:buNone/>
              <a:tabLst>
                <a:tab algn="l" pos="0"/>
              </a:tabLst>
            </a:pPr>
            <a:r>
              <a:rPr b="0" lang="sv-SE" sz="5000" strike="noStrike" u="none">
                <a:solidFill>
                  <a:srgbClr val="000000"/>
                </a:solidFill>
                <a:effectLst/>
                <a:uFillTx/>
                <a:latin typeface="Jost* Medium"/>
              </a:rPr>
              <a:t>Nivå två</a:t>
            </a:r>
            <a:endParaRPr b="0" lang="sv-SE" sz="5000" strike="noStrike" u="none">
              <a:solidFill>
                <a:srgbClr val="000000"/>
              </a:solidFill>
              <a:effectLst/>
              <a:uFillTx/>
              <a:latin typeface="Jost* Medium"/>
            </a:endParaRPr>
          </a:p>
          <a:p>
            <a:pPr marL="4522680" indent="-536400">
              <a:lnSpc>
                <a:spcPct val="100000"/>
              </a:lnSpc>
              <a:spcBef>
                <a:spcPts val="400"/>
              </a:spcBef>
              <a:buNone/>
              <a:tabLst>
                <a:tab algn="l" pos="0"/>
              </a:tabLst>
            </a:pPr>
            <a:r>
              <a:rPr b="0" lang="sv-SE" sz="5000" strike="noStrike" u="none">
                <a:solidFill>
                  <a:srgbClr val="000000"/>
                </a:solidFill>
                <a:effectLst/>
                <a:uFillTx/>
                <a:latin typeface="Jost* Medium"/>
              </a:rPr>
              <a:t>Nivå tre</a:t>
            </a:r>
            <a:endParaRPr b="0" lang="sv-SE" sz="5000" strike="noStrike" u="none">
              <a:solidFill>
                <a:srgbClr val="000000"/>
              </a:solidFill>
              <a:effectLst/>
              <a:uFillTx/>
              <a:latin typeface="Jost* Medium"/>
            </a:endParaRPr>
          </a:p>
          <a:p>
            <a:pPr marL="6618240" indent="-638280">
              <a:lnSpc>
                <a:spcPct val="100000"/>
              </a:lnSpc>
              <a:spcBef>
                <a:spcPts val="360"/>
              </a:spcBef>
              <a:buNone/>
              <a:tabLst>
                <a:tab algn="l" pos="0"/>
              </a:tabLst>
            </a:pPr>
            <a:r>
              <a:rPr b="0" lang="sv-SE" sz="5000" strike="noStrike" u="none">
                <a:solidFill>
                  <a:srgbClr val="000000"/>
                </a:solidFill>
                <a:effectLst/>
                <a:uFillTx/>
                <a:latin typeface="Jost* Medium"/>
              </a:rPr>
              <a:t>Nivå fyra</a:t>
            </a:r>
            <a:endParaRPr b="0" lang="sv-SE" sz="5000" strike="noStrike" u="none">
              <a:solidFill>
                <a:srgbClr val="000000"/>
              </a:solidFill>
              <a:effectLst/>
              <a:uFillTx/>
              <a:latin typeface="Jost* Medium"/>
            </a:endParaRPr>
          </a:p>
          <a:p>
            <a:pPr indent="-496800">
              <a:lnSpc>
                <a:spcPct val="100000"/>
              </a:lnSpc>
              <a:spcBef>
                <a:spcPts val="360"/>
              </a:spcBef>
              <a:buNone/>
              <a:tabLst>
                <a:tab algn="l" pos="0"/>
              </a:tabLst>
            </a:pPr>
            <a:r>
              <a:rPr b="0" lang="sv-SE" sz="5000" strike="noStrike" u="none">
                <a:solidFill>
                  <a:srgbClr val="000000"/>
                </a:solidFill>
                <a:effectLst/>
                <a:uFillTx/>
                <a:latin typeface="Jost* Medium"/>
              </a:rPr>
              <a:t>Nivå fem</a:t>
            </a:r>
            <a:endParaRPr b="0" lang="sv-SE" sz="5000" strike="noStrike" u="none">
              <a:solidFill>
                <a:srgbClr val="000000"/>
              </a:solidFill>
              <a:effectLst/>
              <a:uFillTx/>
              <a:latin typeface="Jost* Medium"/>
            </a:endParaRPr>
          </a:p>
        </p:txBody>
      </p:sp>
      <p:pic>
        <p:nvPicPr>
          <p:cNvPr id="4" name="" descr=""/>
          <p:cNvPicPr/>
          <p:nvPr/>
        </p:nvPicPr>
        <p:blipFill>
          <a:blip r:embed="rId3"/>
          <a:stretch/>
        </p:blipFill>
        <p:spPr>
          <a:xfrm>
            <a:off x="20340000" y="794520"/>
            <a:ext cx="7560000" cy="1655280"/>
          </a:xfrm>
          <a:prstGeom prst="rect">
            <a:avLst/>
          </a:prstGeom>
          <a:noFill/>
          <a:ln w="0">
            <a:noFill/>
          </a:ln>
        </p:spPr>
      </p:pic>
    </p:spTree>
  </p:cSld>
  <p:clrMap bg1="lt1" tx1="dk1" bg2="lt2" tx2="dk2" accent1="accent1" accent2="accent2" accent3="accent3" accent4="accent4" accent5="accent5" accent6="accent6" hlink="hlink" folHlink="folHlink"/>
  <p:sldLayoutIdLst>
    <p:sldLayoutId id="2147483649" r:id="rId4"/>
  </p:sldLayoutIdLst>
</p:sldMaster>
</file>

<file path=ppt/slides/_rels/slide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 name="PlaceHolder 1"/>
          <p:cNvSpPr>
            <a:spLocks noGrp="1"/>
          </p:cNvSpPr>
          <p:nvPr>
            <p:ph type="title"/>
          </p:nvPr>
        </p:nvSpPr>
        <p:spPr>
          <a:xfrm>
            <a:off x="1602360" y="3168000"/>
            <a:ext cx="26549640" cy="4500000"/>
          </a:xfrm>
          <a:prstGeom prst="rect">
            <a:avLst/>
          </a:prstGeom>
          <a:noFill/>
          <a:ln w="0">
            <a:noFill/>
          </a:ln>
        </p:spPr>
        <p:txBody>
          <a:bodyPr lIns="0" rIns="0" tIns="0" bIns="0" anchor="t">
            <a:spAutoFit/>
          </a:bodyPr>
          <a:p>
            <a:pPr indent="0">
              <a:lnSpc>
                <a:spcPts val="15911"/>
              </a:lnSpc>
              <a:buNone/>
            </a:pPr>
            <a:r>
              <a:rPr b="0" lang="sv-SE" sz="16600" strike="noStrike" u="none">
                <a:solidFill>
                  <a:srgbClr val="000000"/>
                </a:solidFill>
                <a:effectLst/>
                <a:uFillTx/>
                <a:latin typeface="Jost* Medium"/>
              </a:rPr>
              <a:t>Title in </a:t>
            </a:r>
            <a:r>
              <a:rPr b="0" lang="sv-SE" sz="16600" strike="noStrike" u="none">
                <a:solidFill>
                  <a:srgbClr val="000000"/>
                </a:solidFill>
                <a:effectLst/>
                <a:uFillTx/>
                <a:latin typeface="Jost* Medium"/>
              </a:rPr>
              <a:t>Jost*, even </a:t>
            </a:r>
            <a:r>
              <a:rPr b="0" lang="sv-SE" sz="16600" strike="noStrike" u="none">
                <a:solidFill>
                  <a:srgbClr val="000000"/>
                </a:solidFill>
                <a:effectLst/>
                <a:uFillTx/>
                <a:latin typeface="Jost* Medium"/>
              </a:rPr>
              <a:t>in two rows </a:t>
            </a:r>
            <a:r>
              <a:rPr b="0" lang="sv-SE" sz="16600" strike="noStrike" u="none">
                <a:solidFill>
                  <a:srgbClr val="000000"/>
                </a:solidFill>
                <a:effectLst/>
                <a:uFillTx/>
                <a:latin typeface="Jost* Medium"/>
              </a:rPr>
              <a:t>if necessary</a:t>
            </a:r>
            <a:endParaRPr b="0" lang="sv-SE" sz="16600" strike="noStrike" u="none">
              <a:solidFill>
                <a:srgbClr val="000000"/>
              </a:solidFill>
              <a:effectLst/>
              <a:uFillTx/>
              <a:latin typeface="Jost* Medium"/>
            </a:endParaRPr>
          </a:p>
        </p:txBody>
      </p:sp>
      <p:sp>
        <p:nvSpPr>
          <p:cNvPr id="15" name="PlaceHolder 2"/>
          <p:cNvSpPr>
            <a:spLocks noGrp="1"/>
          </p:cNvSpPr>
          <p:nvPr>
            <p:ph/>
          </p:nvPr>
        </p:nvSpPr>
        <p:spPr>
          <a:xfrm>
            <a:off x="1675080" y="7075080"/>
            <a:ext cx="27309240" cy="2410920"/>
          </a:xfrm>
          <a:prstGeom prst="rect">
            <a:avLst/>
          </a:prstGeom>
          <a:noFill/>
          <a:ln w="0">
            <a:noFill/>
          </a:ln>
        </p:spPr>
        <p:txBody>
          <a:bodyPr lIns="0" rIns="0" tIns="0" bIns="0" anchor="t">
            <a:normAutofit/>
          </a:bodyPr>
          <a:p>
            <a:pPr indent="0">
              <a:spcBef>
                <a:spcPts val="1414"/>
              </a:spcBef>
              <a:buNone/>
            </a:pPr>
            <a:r>
              <a:rPr b="0" lang="sv-SE" sz="5000" strike="noStrike" u="none">
                <a:solidFill>
                  <a:srgbClr val="000000"/>
                </a:solidFill>
                <a:effectLst/>
                <a:uFillTx/>
                <a:latin typeface="Jost* Medium"/>
              </a:rPr>
              <a:t>Project participant nr 1, Project participant </a:t>
            </a:r>
            <a:r>
              <a:rPr b="0" lang="sv-SE" sz="5000" strike="noStrike" u="none">
                <a:solidFill>
                  <a:srgbClr val="000000"/>
                </a:solidFill>
                <a:effectLst/>
                <a:uFillTx/>
                <a:latin typeface="Jost* Medium"/>
              </a:rPr>
              <a:t>nr 2, Project participant nr 3</a:t>
            </a:r>
            <a:endParaRPr b="0" lang="sv-SE" sz="5000" strike="noStrike" u="none">
              <a:solidFill>
                <a:srgbClr val="000000"/>
              </a:solidFill>
              <a:effectLst/>
              <a:uFillTx/>
              <a:latin typeface="Jost* Medium"/>
            </a:endParaRPr>
          </a:p>
          <a:p>
            <a:pPr indent="0">
              <a:spcBef>
                <a:spcPts val="1414"/>
              </a:spcBef>
              <a:buNone/>
            </a:pPr>
            <a:r>
              <a:rPr b="0" lang="sv-SE" sz="5000" strike="noStrike" u="none">
                <a:solidFill>
                  <a:srgbClr val="000000"/>
                </a:solidFill>
                <a:effectLst/>
                <a:uFillTx/>
                <a:latin typeface="Jost* Medium"/>
              </a:rPr>
              <a:t>Språkbanken Text, Institutionen för </a:t>
            </a:r>
            <a:r>
              <a:rPr b="0" lang="sv-SE" sz="5000" strike="noStrike" u="none">
                <a:solidFill>
                  <a:srgbClr val="000000"/>
                </a:solidFill>
                <a:effectLst/>
                <a:uFillTx/>
                <a:latin typeface="Jost* Medium"/>
              </a:rPr>
              <a:t>svenska, flerspråkighet och </a:t>
            </a:r>
            <a:r>
              <a:rPr b="0" lang="sv-SE" sz="5000" strike="noStrike" u="none">
                <a:solidFill>
                  <a:srgbClr val="000000"/>
                </a:solidFill>
                <a:effectLst/>
                <a:uFillTx/>
                <a:latin typeface="Jost* Medium"/>
              </a:rPr>
              <a:t>språkteknologi</a:t>
            </a:r>
            <a:endParaRPr b="0" lang="sv-SE" sz="5000" strike="noStrike" u="none">
              <a:solidFill>
                <a:srgbClr val="000000"/>
              </a:solidFill>
              <a:effectLst/>
              <a:uFillTx/>
              <a:latin typeface="Jost* Medium"/>
            </a:endParaRPr>
          </a:p>
        </p:txBody>
      </p:sp>
      <p:sp>
        <p:nvSpPr>
          <p:cNvPr id="16" name="Text Box 9"/>
          <p:cNvSpPr/>
          <p:nvPr/>
        </p:nvSpPr>
        <p:spPr>
          <a:xfrm>
            <a:off x="1008000" y="19262880"/>
            <a:ext cx="13337640" cy="5122440"/>
          </a:xfrm>
          <a:prstGeom prst="rect">
            <a:avLst/>
          </a:prstGeom>
          <a:noFill/>
          <a:ln w="0">
            <a:noFill/>
          </a:ln>
        </p:spPr>
        <p:style>
          <a:lnRef idx="0"/>
          <a:fillRef idx="0"/>
          <a:effectRef idx="0"/>
          <a:fontRef idx="minor"/>
        </p:style>
        <p:txBody>
          <a:bodyPr wrap="none" lIns="94680" rIns="94680" tIns="47520" bIns="47520" anchor="t">
            <a:noAutofit/>
          </a:bodyPr>
          <a:p>
            <a:endParaRPr b="0" lang="sv-SE" sz="2500" strike="noStrike" u="none">
              <a:solidFill>
                <a:srgbClr val="000000"/>
              </a:solidFill>
              <a:effectLst/>
              <a:uFillTx/>
              <a:latin typeface="Arial"/>
              <a:ea typeface="ヒラギノ角ゴ Pro W3"/>
            </a:endParaRPr>
          </a:p>
        </p:txBody>
      </p:sp>
      <p:sp>
        <p:nvSpPr>
          <p:cNvPr id="17" name="Line 14"/>
          <p:cNvSpPr/>
          <p:nvPr/>
        </p:nvSpPr>
        <p:spPr>
          <a:xfrm>
            <a:off x="1711080" y="9486000"/>
            <a:ext cx="28554480" cy="0"/>
          </a:xfrm>
          <a:prstGeom prst="line">
            <a:avLst/>
          </a:prstGeom>
          <a:ln w="71280">
            <a:solidFill>
              <a:srgbClr val="f0581a"/>
            </a:solidFill>
            <a:round/>
          </a:ln>
        </p:spPr>
        <p:style>
          <a:lnRef idx="0"/>
          <a:fillRef idx="0"/>
          <a:effectRef idx="0"/>
          <a:fontRef idx="minor"/>
        </p:style>
        <p:txBody>
          <a:bodyPr lIns="123840" rIns="123840" tIns="-78840" bIns="-78840" anchor="t" anchorCtr="1">
            <a:noAutofit/>
          </a:bodyPr>
          <a:p>
            <a:endParaRPr b="0" lang="sv-SE" sz="2500" strike="noStrike" u="none">
              <a:solidFill>
                <a:srgbClr val="000000"/>
              </a:solidFill>
              <a:effectLst/>
              <a:uFillTx/>
              <a:latin typeface="Arial"/>
              <a:ea typeface="ヒラギノ角ゴ Pro W3"/>
            </a:endParaRPr>
          </a:p>
        </p:txBody>
      </p:sp>
      <p:sp>
        <p:nvSpPr>
          <p:cNvPr id="18" name="Text Box 21"/>
          <p:cNvSpPr/>
          <p:nvPr/>
        </p:nvSpPr>
        <p:spPr>
          <a:xfrm>
            <a:off x="16543440" y="37008720"/>
            <a:ext cx="11809080" cy="35042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2999"/>
              </a:spcBef>
            </a:pPr>
            <a:r>
              <a:rPr b="0" lang="sv-SE" sz="6000" strike="noStrike" u="none">
                <a:solidFill>
                  <a:srgbClr val="000000"/>
                </a:solidFill>
                <a:effectLst/>
                <a:uFillTx/>
                <a:latin typeface="Jost* Medium"/>
                <a:ea typeface="ヒラギノ角ゴ Pro W3"/>
              </a:rPr>
              <a:t>Take home message</a:t>
            </a:r>
            <a:endParaRPr b="0" lang="sv-SE" sz="6000" strike="noStrike" u="none">
              <a:solidFill>
                <a:srgbClr val="000000"/>
              </a:solidFill>
              <a:effectLst/>
              <a:uFillTx/>
              <a:latin typeface="Arial"/>
            </a:endParaRPr>
          </a:p>
          <a:p>
            <a:pPr>
              <a:lnSpc>
                <a:spcPct val="100000"/>
              </a:lnSpc>
              <a:spcBef>
                <a:spcPts val="2401"/>
              </a:spcBef>
            </a:pPr>
            <a:r>
              <a:rPr b="0" lang="sv-SE" sz="4800" strike="noStrike" u="none">
                <a:solidFill>
                  <a:srgbClr val="000000"/>
                </a:solidFill>
                <a:effectLst/>
                <a:uFillTx/>
                <a:latin typeface="Jost* Medium"/>
                <a:ea typeface="ヒラギノ角ゴ Pro W3"/>
              </a:rPr>
              <a:t>Text Jost* Medium 48 pt. Lorem ipsum dolor sit amet, consectetuer adipiscing elit. Pellentesque ultricies.</a:t>
            </a:r>
            <a:r>
              <a:rPr b="0" lang="sv-SE" sz="2500" strike="noStrike" u="none">
                <a:solidFill>
                  <a:srgbClr val="000000"/>
                </a:solidFill>
                <a:effectLst/>
                <a:uFillTx/>
                <a:latin typeface="Jost* Medium"/>
                <a:ea typeface="ヒラギノ角ゴ Pro W3"/>
              </a:rPr>
              <a:t> </a:t>
            </a:r>
            <a:endParaRPr b="0" lang="sv-SE" sz="2500" strike="noStrike" u="none">
              <a:solidFill>
                <a:srgbClr val="000000"/>
              </a:solidFill>
              <a:effectLst/>
              <a:uFillTx/>
              <a:latin typeface="Arial"/>
            </a:endParaRPr>
          </a:p>
        </p:txBody>
      </p:sp>
      <p:sp>
        <p:nvSpPr>
          <p:cNvPr id="19" name="AutoShape 22"/>
          <p:cNvSpPr/>
          <p:nvPr/>
        </p:nvSpPr>
        <p:spPr>
          <a:xfrm>
            <a:off x="16327440" y="36525960"/>
            <a:ext cx="12313800" cy="4535280"/>
          </a:xfrm>
          <a:prstGeom prst="roundRect">
            <a:avLst>
              <a:gd name="adj" fmla="val 16667"/>
            </a:avLst>
          </a:prstGeom>
          <a:noFill/>
          <a:ln w="76320">
            <a:solidFill>
              <a:srgbClr val="f0581a"/>
            </a:solidFill>
            <a:round/>
          </a:ln>
        </p:spPr>
        <p:style>
          <a:lnRef idx="0"/>
          <a:fillRef idx="0"/>
          <a:effectRef idx="0"/>
          <a:fontRef idx="minor"/>
        </p:style>
        <p:txBody>
          <a:bodyPr wrap="none" lIns="90000" rIns="90000" tIns="45000" bIns="45000" anchor="ctr">
            <a:noAutofit/>
          </a:bodyPr>
          <a:p>
            <a:endParaRPr b="0" lang="sv-SE" sz="2500" strike="noStrike" u="none">
              <a:solidFill>
                <a:srgbClr val="000000"/>
              </a:solidFill>
              <a:effectLst/>
              <a:uFillTx/>
              <a:latin typeface="Arial"/>
              <a:ea typeface="ヒラギノ角ゴ Pro W3"/>
            </a:endParaRPr>
          </a:p>
        </p:txBody>
      </p:sp>
      <p:sp>
        <p:nvSpPr>
          <p:cNvPr id="20" name="Rectangle 8"/>
          <p:cNvSpPr/>
          <p:nvPr/>
        </p:nvSpPr>
        <p:spPr>
          <a:xfrm>
            <a:off x="1351080" y="9764640"/>
            <a:ext cx="13196520" cy="20475360"/>
          </a:xfrm>
          <a:prstGeom prst="rect">
            <a:avLst/>
          </a:prstGeom>
          <a:noFill/>
          <a:ln w="0">
            <a:noFill/>
          </a:ln>
        </p:spPr>
        <p:style>
          <a:lnRef idx="0"/>
          <a:fillRef idx="0"/>
          <a:effectRef idx="0"/>
          <a:fontRef idx="minor"/>
        </p:style>
        <p:txBody>
          <a:bodyPr lIns="372960" rIns="372960" tIns="372960" bIns="372960" anchor="t">
            <a:noAutofit/>
          </a:bodyPr>
          <a:p>
            <a:pPr>
              <a:lnSpc>
                <a:spcPct val="100000"/>
              </a:lnSpc>
              <a:spcBef>
                <a:spcPts val="961"/>
              </a:spcBef>
            </a:pPr>
            <a:r>
              <a:rPr b="0" lang="sv-SE" sz="2500" strike="noStrike" u="none">
                <a:solidFill>
                  <a:srgbClr val="000000"/>
                </a:solidFill>
                <a:effectLst/>
                <a:uFillTx/>
                <a:latin typeface="Jost* Medium"/>
              </a:rPr>
              <a:t>Background</a:t>
            </a:r>
            <a:endParaRPr b="0" lang="sv-SE" sz="2500" strike="noStrike" u="none">
              <a:solidFill>
                <a:srgbClr val="000000"/>
              </a:solidFill>
              <a:effectLst/>
              <a:uFillTx/>
              <a:latin typeface="Arial"/>
            </a:endParaRPr>
          </a:p>
          <a:p>
            <a:pPr>
              <a:lnSpc>
                <a:spcPct val="100000"/>
              </a:lnSpc>
              <a:spcBef>
                <a:spcPts val="720"/>
              </a:spcBef>
            </a:pPr>
            <a:r>
              <a:rPr b="0" lang="sv-SE" sz="3600" strike="noStrike" u="none">
                <a:solidFill>
                  <a:srgbClr val="000000"/>
                </a:solidFill>
                <a:effectLst/>
                <a:uFillTx/>
                <a:latin typeface="Jost*"/>
                <a:ea typeface="ヒラギノ角ゴ Pro W3"/>
              </a:rPr>
              <a:t>Lorem ipsum dolor sit amet, consectetuer adipiscing elit. Pellentesque ultricies. Curabitur in diam et tellus viverra interdum. Donec convallis viverra erat. Morbi tincidunt, orci vitae dapibus elementum, erat justo eleifend risus, sed faucibus magna magna vel nulla. Maecenas a libero vitae ligula volutpat congue. Nullam tincidunt. Nullam enim odio, luctus ut, congue sed, iaculis nec, pede. Nunc fermentum posuere velit.</a:t>
            </a:r>
            <a:endParaRPr b="0" lang="sv-SE" sz="3600" strike="noStrike" u="none">
              <a:solidFill>
                <a:srgbClr val="000000"/>
              </a:solidFill>
              <a:effectLst/>
              <a:uFillTx/>
              <a:latin typeface="Arial"/>
            </a:endParaRPr>
          </a:p>
          <a:p>
            <a:pPr>
              <a:lnSpc>
                <a:spcPct val="100000"/>
              </a:lnSpc>
              <a:spcBef>
                <a:spcPts val="720"/>
              </a:spcBef>
            </a:pPr>
            <a:endParaRPr b="0" lang="sv-SE" sz="3600" strike="noStrike" u="none">
              <a:solidFill>
                <a:srgbClr val="000000"/>
              </a:solidFill>
              <a:effectLst/>
              <a:uFillTx/>
              <a:latin typeface="Arial"/>
            </a:endParaRPr>
          </a:p>
          <a:p>
            <a:pPr>
              <a:lnSpc>
                <a:spcPct val="100000"/>
              </a:lnSpc>
              <a:spcBef>
                <a:spcPts val="720"/>
              </a:spcBef>
            </a:pPr>
            <a:endParaRPr b="0" lang="sv-SE" sz="3600" strike="noStrike" u="none">
              <a:solidFill>
                <a:srgbClr val="000000"/>
              </a:solidFill>
              <a:effectLst/>
              <a:uFillTx/>
              <a:latin typeface="Arial"/>
            </a:endParaRPr>
          </a:p>
        </p:txBody>
      </p:sp>
      <p:sp>
        <p:nvSpPr>
          <p:cNvPr id="21" name="Rectangle 19"/>
          <p:cNvSpPr/>
          <p:nvPr/>
        </p:nvSpPr>
        <p:spPr>
          <a:xfrm>
            <a:off x="15895800" y="9764640"/>
            <a:ext cx="13196520" cy="26055360"/>
          </a:xfrm>
          <a:prstGeom prst="rect">
            <a:avLst/>
          </a:prstGeom>
          <a:noFill/>
          <a:ln w="0">
            <a:noFill/>
          </a:ln>
        </p:spPr>
        <p:style>
          <a:lnRef idx="0"/>
          <a:fillRef idx="0"/>
          <a:effectRef idx="0"/>
          <a:fontRef idx="minor"/>
        </p:style>
        <p:txBody>
          <a:bodyPr lIns="372960" rIns="372960" tIns="372960" bIns="372960" anchor="t">
            <a:noAutofit/>
          </a:bodyPr>
          <a:p>
            <a:pPr>
              <a:lnSpc>
                <a:spcPct val="100000"/>
              </a:lnSpc>
              <a:spcBef>
                <a:spcPts val="961"/>
              </a:spcBef>
            </a:pPr>
            <a:r>
              <a:rPr b="0" lang="sv-SE" sz="4800" strike="noStrike" u="none">
                <a:solidFill>
                  <a:srgbClr val="000000"/>
                </a:solidFill>
                <a:effectLst/>
                <a:uFillTx/>
                <a:latin typeface="Jost* Medium"/>
                <a:ea typeface="ヒラギノ角ゴ Pro W3"/>
              </a:rPr>
              <a:t>Results</a:t>
            </a:r>
            <a:endParaRPr b="0" lang="sv-SE" sz="4800" strike="noStrike" u="none">
              <a:solidFill>
                <a:srgbClr val="000000"/>
              </a:solidFill>
              <a:effectLst/>
              <a:uFillTx/>
              <a:latin typeface="Jost*"/>
            </a:endParaRPr>
          </a:p>
          <a:p>
            <a:pPr>
              <a:lnSpc>
                <a:spcPct val="100000"/>
              </a:lnSpc>
              <a:spcBef>
                <a:spcPts val="720"/>
              </a:spcBef>
            </a:pPr>
            <a:r>
              <a:rPr b="0" lang="sv-SE" sz="3600" strike="noStrike" u="none">
                <a:solidFill>
                  <a:srgbClr val="000000"/>
                </a:solidFill>
                <a:effectLst/>
                <a:uFillTx/>
                <a:latin typeface="Jost*"/>
                <a:ea typeface="ヒラギノ角ゴ Pro W3"/>
              </a:rPr>
              <a:t>Lorem ipsum dolor sit amet, consectetuer adipiscing elit. Pellentesque ultricies. Curabitur in diam et tellus viverra interdum. Donec convallis viverra erat. Morbi tincidunt, orci vitae dapibus elementum, erat justo eleifend risus, sed faucibus magna magna vel nulla. Maecenas a libero vitae ligula volutpat congue. </a:t>
            </a:r>
            <a:endParaRPr b="0" lang="sv-SE" sz="3600" strike="noStrike" u="none">
              <a:solidFill>
                <a:srgbClr val="000000"/>
              </a:solidFill>
              <a:effectLst/>
              <a:uFillTx/>
              <a:latin typeface="Jost*"/>
            </a:endParaRPr>
          </a:p>
          <a:p>
            <a:pPr>
              <a:lnSpc>
                <a:spcPct val="100000"/>
              </a:lnSpc>
              <a:spcBef>
                <a:spcPts val="720"/>
              </a:spcBef>
            </a:pPr>
            <a:endParaRPr b="0" lang="sv-SE" sz="3600" strike="noStrike" u="none">
              <a:solidFill>
                <a:srgbClr val="000000"/>
              </a:solidFill>
              <a:effectLst/>
              <a:uFillTx/>
              <a:latin typeface="Jost*"/>
            </a:endParaRPr>
          </a:p>
          <a:p>
            <a:pPr>
              <a:lnSpc>
                <a:spcPct val="100000"/>
              </a:lnSpc>
              <a:spcBef>
                <a:spcPts val="720"/>
              </a:spcBef>
            </a:pPr>
            <a:r>
              <a:rPr b="0" lang="sv-SE" sz="3600" strike="noStrike" u="none">
                <a:solidFill>
                  <a:srgbClr val="000000"/>
                </a:solidFill>
                <a:effectLst/>
                <a:uFillTx/>
                <a:latin typeface="Jost*"/>
                <a:ea typeface="ヒラギノ角ゴ Pro W3"/>
              </a:rPr>
              <a:t>Nullam tincidunt. Nullam enim odio, luctus ut, congue sed, iaculis nec, pede. Nunc fermentum posuere velit. Praesent risus risus, mollis vel, porta quis, tincidunt nec, nulla. Suspendisse convallis, turpis nec bibendum mollis, lacus massa bibendum leo, eu tristique orci sem id mi.</a:t>
            </a:r>
            <a:endParaRPr b="0" lang="sv-SE" sz="3600" strike="noStrike" u="none">
              <a:solidFill>
                <a:srgbClr val="000000"/>
              </a:solidFill>
              <a:effectLst/>
              <a:uFillTx/>
              <a:latin typeface="Jost*"/>
            </a:endParaRPr>
          </a:p>
          <a:p>
            <a:pPr>
              <a:lnSpc>
                <a:spcPct val="100000"/>
              </a:lnSpc>
              <a:spcBef>
                <a:spcPts val="720"/>
              </a:spcBef>
            </a:pPr>
            <a:endParaRPr b="0" lang="sv-SE" sz="3600" strike="noStrike" u="none">
              <a:solidFill>
                <a:srgbClr val="000000"/>
              </a:solidFill>
              <a:effectLst/>
              <a:uFillTx/>
              <a:latin typeface="Jost*"/>
            </a:endParaRPr>
          </a:p>
          <a:p>
            <a:pPr>
              <a:lnSpc>
                <a:spcPct val="100000"/>
              </a:lnSpc>
              <a:spcBef>
                <a:spcPts val="961"/>
              </a:spcBef>
            </a:pPr>
            <a:r>
              <a:rPr b="0" lang="sv-SE" sz="4800" strike="noStrike" u="none">
                <a:solidFill>
                  <a:srgbClr val="000000"/>
                </a:solidFill>
                <a:effectLst/>
                <a:uFillTx/>
                <a:latin typeface="Jost* Medium"/>
                <a:ea typeface="ヒラギノ角ゴ Pro W3"/>
              </a:rPr>
              <a:t>Conclusion (Jost* Medium, 48pt)</a:t>
            </a:r>
            <a:endParaRPr b="0" lang="sv-SE" sz="4800" strike="noStrike" u="none">
              <a:solidFill>
                <a:srgbClr val="000000"/>
              </a:solidFill>
              <a:effectLst/>
              <a:uFillTx/>
              <a:latin typeface="Jost*"/>
            </a:endParaRPr>
          </a:p>
          <a:p>
            <a:pPr>
              <a:lnSpc>
                <a:spcPct val="100000"/>
              </a:lnSpc>
              <a:spcBef>
                <a:spcPts val="720"/>
              </a:spcBef>
            </a:pPr>
            <a:r>
              <a:rPr b="0" lang="sv-SE" sz="3600" strike="noStrike" u="none">
                <a:solidFill>
                  <a:srgbClr val="000000"/>
                </a:solidFill>
                <a:effectLst/>
                <a:uFillTx/>
                <a:latin typeface="Jost*"/>
                <a:ea typeface="ヒラギノ角ゴ Pro W3"/>
              </a:rPr>
              <a:t>Brödtext: Jost* 36 pt</a:t>
            </a:r>
            <a:endParaRPr b="0" lang="sv-SE" sz="3600" strike="noStrike" u="none">
              <a:solidFill>
                <a:srgbClr val="000000"/>
              </a:solidFill>
              <a:effectLst/>
              <a:uFillTx/>
              <a:latin typeface="Jost*"/>
            </a:endParaRPr>
          </a:p>
          <a:p>
            <a:pPr>
              <a:lnSpc>
                <a:spcPct val="100000"/>
              </a:lnSpc>
              <a:spcBef>
                <a:spcPts val="720"/>
              </a:spcBef>
            </a:pPr>
            <a:r>
              <a:rPr b="0" lang="sv-SE" sz="3600" strike="noStrike" u="none">
                <a:solidFill>
                  <a:srgbClr val="000000"/>
                </a:solidFill>
                <a:effectLst/>
                <a:uFillTx/>
                <a:latin typeface="Jost*"/>
                <a:ea typeface="ヒラギノ角ゴ Pro W3"/>
              </a:rPr>
              <a:t>Lorem ipsum dolor sit amet, consectetuer adipiscing elit. Pellentesque ultricies. Curabitur in diam et tellus viverra interdum. Donec convallis viverra erat. Morbi tincidunt, orci vitae dapibus elementum, erat justo eleifend risus, sed faucibus magna magna vel nulla. Maecenas a libero vitae ligula volutpat congue. </a:t>
            </a:r>
            <a:endParaRPr b="0" lang="sv-SE" sz="3600" strike="noStrike" u="none">
              <a:solidFill>
                <a:srgbClr val="000000"/>
              </a:solidFill>
              <a:effectLst/>
              <a:uFillTx/>
              <a:latin typeface="Jost*"/>
            </a:endParaRPr>
          </a:p>
          <a:p>
            <a:pPr>
              <a:lnSpc>
                <a:spcPct val="100000"/>
              </a:lnSpc>
              <a:spcBef>
                <a:spcPts val="720"/>
              </a:spcBef>
            </a:pPr>
            <a:endParaRPr b="0" lang="sv-SE" sz="3600" strike="noStrike" u="none">
              <a:solidFill>
                <a:srgbClr val="000000"/>
              </a:solidFill>
              <a:effectLst/>
              <a:uFillTx/>
              <a:latin typeface="Jost*"/>
            </a:endParaRPr>
          </a:p>
          <a:p>
            <a:pPr>
              <a:lnSpc>
                <a:spcPct val="100000"/>
              </a:lnSpc>
              <a:spcBef>
                <a:spcPts val="720"/>
              </a:spcBef>
            </a:pPr>
            <a:r>
              <a:rPr b="0" lang="sv-SE" sz="3600" strike="noStrike" u="none">
                <a:solidFill>
                  <a:srgbClr val="000000"/>
                </a:solidFill>
                <a:effectLst/>
                <a:uFillTx/>
                <a:latin typeface="Jost*"/>
                <a:ea typeface="ヒラギノ角ゴ Pro W3"/>
              </a:rPr>
              <a:t>Lorem ipsum dolor sit amet, consectetuer adipiscing elit. Pellentesque ultricies. Curabitur in diam et tellus viverra interdum. Donec convallis viverra erat. Morbi tincidunt, orci vitae dapibus elementum, erat justo eleifend risus, sed faucibus magna magna vel nulla. Maecenas a libero vitae ligula volutpat congue. </a:t>
            </a:r>
            <a:endParaRPr b="0" lang="sv-SE" sz="3600" strike="noStrike" u="none">
              <a:solidFill>
                <a:srgbClr val="000000"/>
              </a:solidFill>
              <a:effectLst/>
              <a:uFillTx/>
              <a:latin typeface="Jost*"/>
            </a:endParaRPr>
          </a:p>
          <a:p>
            <a:pPr>
              <a:lnSpc>
                <a:spcPct val="100000"/>
              </a:lnSpc>
              <a:spcBef>
                <a:spcPts val="720"/>
              </a:spcBef>
            </a:pPr>
            <a:endParaRPr b="0" lang="sv-SE" sz="3600" strike="noStrike" u="none">
              <a:solidFill>
                <a:srgbClr val="000000"/>
              </a:solidFill>
              <a:effectLst/>
              <a:uFillTx/>
              <a:latin typeface="Jost*"/>
            </a:endParaRPr>
          </a:p>
          <a:p>
            <a:pPr>
              <a:lnSpc>
                <a:spcPct val="100000"/>
              </a:lnSpc>
              <a:spcBef>
                <a:spcPts val="720"/>
              </a:spcBef>
            </a:pPr>
            <a:r>
              <a:rPr b="0" lang="sv-SE" sz="3600" strike="noStrike" u="none">
                <a:solidFill>
                  <a:srgbClr val="000000"/>
                </a:solidFill>
                <a:effectLst/>
                <a:uFillTx/>
                <a:latin typeface="Jost*"/>
                <a:ea typeface="ヒラギノ角ゴ Pro W3"/>
              </a:rPr>
              <a:t>Nullam tincidunt. Nullam enim odio, luctus ut, congue sed, iaculis nec, pede. Nunc fermentum posuere velit. Praesent risus risus, mollis vel, porta quis, tincidunt nec, nulla. Suspendisse convallis, turpis nec bibendum mollis, lacus massa bibendum leo, eu tristique orci sem id mi.</a:t>
            </a:r>
            <a:endParaRPr b="0" lang="sv-SE" sz="3600" strike="noStrike" u="none">
              <a:solidFill>
                <a:srgbClr val="000000"/>
              </a:solidFill>
              <a:effectLst/>
              <a:uFillTx/>
              <a:latin typeface="Jost*"/>
            </a:endParaRPr>
          </a:p>
          <a:p>
            <a:pPr>
              <a:lnSpc>
                <a:spcPct val="100000"/>
              </a:lnSpc>
              <a:spcBef>
                <a:spcPts val="720"/>
              </a:spcBef>
            </a:pPr>
            <a:endParaRPr b="0" lang="sv-SE" sz="3600" strike="noStrike" u="none">
              <a:solidFill>
                <a:srgbClr val="000000"/>
              </a:solidFill>
              <a:effectLst/>
              <a:uFillTx/>
              <a:latin typeface="Jost*"/>
            </a:endParaRPr>
          </a:p>
          <a:p>
            <a:pPr>
              <a:lnSpc>
                <a:spcPct val="100000"/>
              </a:lnSpc>
              <a:spcBef>
                <a:spcPts val="720"/>
              </a:spcBef>
            </a:pPr>
            <a:r>
              <a:rPr b="0" lang="sv-SE" sz="3600" strike="noStrike" u="none">
                <a:solidFill>
                  <a:srgbClr val="000000"/>
                </a:solidFill>
                <a:effectLst/>
                <a:uFillTx/>
                <a:latin typeface="Jost*"/>
                <a:ea typeface="ヒラギノ角ゴ Pro W3"/>
              </a:rPr>
              <a:t>Lorem ipsum dolor sit amet, consectetuer adipiscing elit. Pellentesque ultricies. Curabitur in diam et tellus viverra interdum. Donec convallis viverra erat. Morbi tincidunt, orci vitae dapibus elementum, erat justo eleifend risus, sed faucibus magna magna vel nulla.  </a:t>
            </a:r>
            <a:endParaRPr b="0" lang="sv-SE" sz="3600" strike="noStrike" u="none">
              <a:solidFill>
                <a:srgbClr val="000000"/>
              </a:solidFill>
              <a:effectLst/>
              <a:uFillTx/>
              <a:latin typeface="Jost*"/>
            </a:endParaRPr>
          </a:p>
          <a:p>
            <a:pPr>
              <a:lnSpc>
                <a:spcPct val="100000"/>
              </a:lnSpc>
              <a:spcBef>
                <a:spcPts val="720"/>
              </a:spcBef>
            </a:pPr>
            <a:endParaRPr b="0" lang="sv-SE" sz="3600" strike="noStrike" u="none">
              <a:solidFill>
                <a:srgbClr val="000000"/>
              </a:solidFill>
              <a:effectLst/>
              <a:uFillTx/>
              <a:latin typeface="Jost*"/>
            </a:endParaRPr>
          </a:p>
        </p:txBody>
      </p:sp>
      <p:sp>
        <p:nvSpPr>
          <p:cNvPr id="22" name="Text Box 25"/>
          <p:cNvSpPr/>
          <p:nvPr/>
        </p:nvSpPr>
        <p:spPr>
          <a:xfrm>
            <a:off x="8623440" y="39853800"/>
            <a:ext cx="3455640" cy="85212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250"/>
              </a:spcBef>
            </a:pPr>
            <a:r>
              <a:rPr b="0" lang="sv-SE" sz="2500" strike="noStrike" u="none">
                <a:solidFill>
                  <a:srgbClr val="000000"/>
                </a:solidFill>
                <a:effectLst/>
                <a:uFillTx/>
                <a:latin typeface="Jost*"/>
                <a:ea typeface="ヒラギノ角ゴ Pro W3"/>
              </a:rPr>
              <a:t>Exempel på bild med bildtext, Jost* 25pt</a:t>
            </a:r>
            <a:endParaRPr b="0" lang="sv-SE" sz="2500" strike="noStrike" u="none">
              <a:solidFill>
                <a:srgbClr val="000000"/>
              </a:solidFill>
              <a:effectLst/>
              <a:uFillTx/>
              <a:latin typeface="Jost*"/>
            </a:endParaRPr>
          </a:p>
        </p:txBody>
      </p:sp>
      <p:pic>
        <p:nvPicPr>
          <p:cNvPr id="23" name="" descr=""/>
          <p:cNvPicPr/>
          <p:nvPr/>
        </p:nvPicPr>
        <p:blipFill>
          <a:blip r:embed="rId1"/>
          <a:stretch/>
        </p:blipFill>
        <p:spPr>
          <a:xfrm>
            <a:off x="1620000" y="32763960"/>
            <a:ext cx="6638400" cy="809604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105</TotalTime>
  <Application>LibreOffice/25.2.3.2$Linux_X86_64 LibreOffice_project/520$Build-2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2024-07-31T13:45:42Z</dcterms:created>
  <dc:creator/>
  <dc:description/>
  <cp:keywords>poster Mallar visuell identitet</cp:keywords>
  <dc:language>sv-SE</dc:language>
  <cp:lastModifiedBy/>
  <dcterms:modified xsi:type="dcterms:W3CDTF">2026-10-08T16:18:39Z</dcterms:modified>
  <cp:revision>5</cp:revision>
  <dc:subject/>
  <dc:title>MALL Poster A0-format, portrait, engelsk</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0x010100231F3DA3D1B7794E85C21759888631A8009DBB18C6CF00B24F95A41F76F18926C1</vt:lpwstr>
  </property>
  <property fmtid="{D5CDD505-2E9C-101B-9397-08002B2CF9AE}" pid="3" name="GU_FormOrganisation">
    <vt:lpwstr>69;#Kommunikationsenheten|d8e4bd47-f9f1-451f-b020-7fd79937fe8c</vt:lpwstr>
  </property>
  <property fmtid="{D5CDD505-2E9C-101B-9397-08002B2CF9AE}" pid="4" name="GU_FormType">
    <vt:lpwstr>111;#Staff|da80f012-349c-4177-a6bd-7ba3c165a3ce</vt:lpwstr>
  </property>
  <property fmtid="{D5CDD505-2E9C-101B-9397-08002B2CF9AE}" pid="5" name="Notes">
    <vt:r8>2</vt:r8>
  </property>
  <property fmtid="{D5CDD505-2E9C-101B-9397-08002B2CF9AE}" pid="6" name="PresentationFormat">
    <vt:lpwstr>Anpassad</vt:lpwstr>
  </property>
  <property fmtid="{D5CDD505-2E9C-101B-9397-08002B2CF9AE}" pid="7" name="Slides">
    <vt:r8>2</vt:r8>
  </property>
  <property fmtid="{D5CDD505-2E9C-101B-9397-08002B2CF9AE}" pid="8" name="TaxKeyword">
    <vt:lpwstr>367;#poster|fe5607cb-9bab-4200-ac99-4faca0310013;#360;#Mallar visuell identitet|640064d2-7f38-4501-b4bf-ec03bcf599df</vt:lpwstr>
  </property>
</Properties>
</file>